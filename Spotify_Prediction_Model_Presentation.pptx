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D760"/>
                </a:solidFill>
              </a:defRPr>
            </a:pPr>
            <a:r>
              <a:t>Spotify Track Popularity Prediction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Predicting Song Success on Spotify</a:t>
            </a:r>
          </a:p>
          <a:p>
            <a:r>
              <a:t>IIT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• Objective: Build a machine learning model to predict song popularity on Spotify</a:t>
            </a:r>
          </a:p>
          <a:p>
            <a:r>
              <a:t>    </a:t>
            </a:r>
          </a:p>
          <a:p>
            <a:r>
              <a:t>    • Target Variable: Popularity score (0-100) based on recent plays</a:t>
            </a:r>
          </a:p>
          <a:p>
            <a:r>
              <a:t>    </a:t>
            </a:r>
          </a:p>
          <a:p>
            <a:r>
              <a:t>    • Approach: Regression analysis using audio features and metadata</a:t>
            </a:r>
          </a:p>
          <a:p>
            <a:r>
              <a:t>    </a:t>
            </a:r>
          </a:p>
          <a:p>
            <a:r>
              <a:t>    • Implementation: Full ML pipeline with web application deployment</a:t>
            </a:r>
          </a:p>
          <a:p>
            <a:r>
              <a:t>    </a:t>
            </a:r>
          </a:p>
          <a:p>
            <a:r>
              <a:t>    • Technology Stack: Python, Scikit-learn, Streamlit, Pandas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 &amp; Audio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Audio Features (Spotify API):</a:t>
            </a:r>
          </a:p>
          <a:p>
            <a:r>
              <a:t>    • Danceability (0-1): How suitable for dancing</a:t>
            </a:r>
          </a:p>
          <a:p>
            <a:r>
              <a:t>    • Energy (0-1): Intensity and activity level  </a:t>
            </a:r>
          </a:p>
          <a:p>
            <a:r>
              <a:t>    • Valence (0-1): Musical positiveness/mood</a:t>
            </a:r>
          </a:p>
          <a:p>
            <a:r>
              <a:t>    • Acousticness (0-1): Acoustic vs. electronic</a:t>
            </a:r>
          </a:p>
          <a:p>
            <a:r>
              <a:t>    • Speechiness (0-1): Presence of spoken words</a:t>
            </a:r>
          </a:p>
          <a:p>
            <a:r>
              <a:t>    • Instrumentalness (0-1): Vocal vs. instrumental</a:t>
            </a:r>
          </a:p>
          <a:p>
            <a:r>
              <a:t>    • Liveness (0-1): Live performance detection</a:t>
            </a:r>
          </a:p>
          <a:p>
            <a:r>
              <a:t>    </a:t>
            </a:r>
          </a:p>
          <a:p>
            <a:r>
              <a:t>    Technical Features:</a:t>
            </a:r>
          </a:p>
          <a:p>
            <a:r>
              <a:t>    • Tempo (BPM), Key, Mode, Time Signature</a:t>
            </a:r>
          </a:p>
          <a:p>
            <a:r>
              <a:t>    • Loudness (dB), Duration (ms)</a:t>
            </a:r>
          </a:p>
          <a:p>
            <a:r>
              <a:t>    • Explicit content flag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&amp; Categorical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Artist Information:</a:t>
            </a:r>
          </a:p>
          <a:p>
            <a:r>
              <a:t>    • Artist names (encoded for modeling)</a:t>
            </a:r>
          </a:p>
          <a:p>
            <a:r>
              <a:t>    • Multiple artists handling (separated by ';')</a:t>
            </a:r>
          </a:p>
          <a:p>
            <a:r>
              <a:t>    </a:t>
            </a:r>
          </a:p>
          <a:p>
            <a:r>
              <a:t>    Genre Classification:</a:t>
            </a:r>
          </a:p>
          <a:p>
            <a:r>
              <a:t>    • 114+ different music genres supported</a:t>
            </a:r>
          </a:p>
          <a:p>
            <a:r>
              <a:t>    • From acoustic, pop, rock to EDM, hip-hop, classical</a:t>
            </a:r>
          </a:p>
          <a:p>
            <a:r>
              <a:t>    • Genre encoding for machine learning compatibility</a:t>
            </a:r>
          </a:p>
          <a:p>
            <a:r>
              <a:t>    </a:t>
            </a:r>
          </a:p>
          <a:p>
            <a:r>
              <a:t>    Track Metadata:</a:t>
            </a:r>
          </a:p>
          <a:p>
            <a:r>
              <a:t>    • Album information</a:t>
            </a:r>
          </a:p>
          <a:p>
            <a:r>
              <a:t>    • Track names and unique IDs</a:t>
            </a:r>
          </a:p>
          <a:p>
            <a:r>
              <a:t>    • Explicit content classification</a:t>
            </a:r>
          </a:p>
          <a:p>
            <a:r>
              <a:t>    </a:t>
            </a:r>
          </a:p>
          <a:p>
            <a:r>
              <a:t>    Data Quality:</a:t>
            </a:r>
          </a:p>
          <a:p>
            <a:r>
              <a:t>    • Missing value handling implemented</a:t>
            </a:r>
          </a:p>
          <a:p>
            <a:r>
              <a:t>    • Categorical encoding with LabelEncoder</a:t>
            </a:r>
          </a:p>
          <a:p>
            <a:r>
              <a:t>    • Feature scaling with StandardScaler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Data Preprocessing:</a:t>
            </a:r>
          </a:p>
          <a:p>
            <a:r>
              <a:t>    • Missing value removal</a:t>
            </a:r>
          </a:p>
          <a:p>
            <a:r>
              <a:t>    • Categorical encoding (Artists, Genres)</a:t>
            </a:r>
          </a:p>
          <a:p>
            <a:r>
              <a:t>    • Feature standardization</a:t>
            </a:r>
          </a:p>
          <a:p>
            <a:r>
              <a:t>    • Train-test split (80-20)</a:t>
            </a:r>
          </a:p>
          <a:p>
            <a:r>
              <a:t>    </a:t>
            </a:r>
          </a:p>
          <a:p>
            <a:r>
              <a:t>    Model Selection:</a:t>
            </a:r>
          </a:p>
          <a:p>
            <a:r>
              <a:t>    • Primary: Random Forest Regressor</a:t>
            </a:r>
          </a:p>
          <a:p>
            <a:r>
              <a:t>    • Alternative: Linear Regression (for deployment)</a:t>
            </a:r>
          </a:p>
          <a:p>
            <a:r>
              <a:t>    • Hyperparameters: 100 estimators, random_state=42</a:t>
            </a:r>
          </a:p>
          <a:p>
            <a:r>
              <a:t>    </a:t>
            </a:r>
          </a:p>
          <a:p>
            <a:r>
              <a:t>    Feature Engineering:</a:t>
            </a:r>
          </a:p>
          <a:p>
            <a:r>
              <a:t>    • Label encoding for categorical variables</a:t>
            </a:r>
          </a:p>
          <a:p>
            <a:r>
              <a:t>    • Boolean explicit flag conversion</a:t>
            </a:r>
          </a:p>
          <a:p>
            <a:r>
              <a:t>    • Feature importance analysis</a:t>
            </a:r>
          </a:p>
          <a:p>
            <a:r>
              <a:t>    </a:t>
            </a:r>
          </a:p>
          <a:p>
            <a:r>
              <a:t>    Evaluation Metrics:</a:t>
            </a:r>
          </a:p>
          <a:p>
            <a:r>
              <a:t>    • RMSE (Root Mean Square Error)</a:t>
            </a:r>
          </a:p>
          <a:p>
            <a:r>
              <a:t>    • MAE (Mean Absolute Error)</a:t>
            </a:r>
          </a:p>
          <a:p>
            <a:r>
              <a:t>    • R² Score (Coefficient of Determination)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Random Forest Regression Results:</a:t>
            </a:r>
          </a:p>
          <a:p>
            <a:r>
              <a:t>    • Model trained on 15+ audio and metadata features</a:t>
            </a:r>
          </a:p>
          <a:p>
            <a:r>
              <a:t>    • Cross-validation implemented for robust evaluation</a:t>
            </a:r>
          </a:p>
          <a:p>
            <a:r>
              <a:t>    • Feature importance ranking available</a:t>
            </a:r>
          </a:p>
          <a:p>
            <a:r>
              <a:t>    </a:t>
            </a:r>
          </a:p>
          <a:p>
            <a:r>
              <a:t>    Key Performance Insights:</a:t>
            </a:r>
          </a:p>
          <a:p>
            <a:r>
              <a:t>    • Model predicts popularity scores from 0-100</a:t>
            </a:r>
          </a:p>
          <a:p>
            <a:r>
              <a:t>    • Handles both numerical and categorical features</a:t>
            </a:r>
          </a:p>
          <a:p>
            <a:r>
              <a:t>    • Robust to outliers due to ensemble approach</a:t>
            </a:r>
          </a:p>
          <a:p>
            <a:r>
              <a:t>    </a:t>
            </a:r>
          </a:p>
          <a:p>
            <a:r>
              <a:t>    Feature Importance Analysis:</a:t>
            </a:r>
          </a:p>
          <a:p>
            <a:r>
              <a:t>    • Audio features vs. metadata contribution</a:t>
            </a:r>
          </a:p>
          <a:p>
            <a:r>
              <a:t>    • Genre and artist impact on popularity</a:t>
            </a:r>
          </a:p>
          <a:p>
            <a:r>
              <a:t>    • Temporal features (duration, tempo) significance</a:t>
            </a:r>
          </a:p>
          <a:p>
            <a:r>
              <a:t>    </a:t>
            </a:r>
          </a:p>
          <a:p>
            <a:r>
              <a:t>    Model Generalization:</a:t>
            </a:r>
          </a:p>
          <a:p>
            <a:r>
              <a:t>    • Handles unknown artists and genres gracefully</a:t>
            </a:r>
          </a:p>
          <a:p>
            <a:r>
              <a:t>    • Default encoding for unseen categorical values</a:t>
            </a:r>
          </a:p>
          <a:p>
            <a:r>
              <a:t>    • Scalable to new music data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Web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Streamlit Deployment Features:</a:t>
            </a:r>
          </a:p>
          <a:p>
            <a:r>
              <a:t>    • Real-time popularity prediction interface</a:t>
            </a:r>
          </a:p>
          <a:p>
            <a:r>
              <a:t>    • Interactive sliders for all audio features</a:t>
            </a:r>
          </a:p>
          <a:p>
            <a:r>
              <a:t>    • Artist name and genre selection</a:t>
            </a:r>
          </a:p>
          <a:p>
            <a:r>
              <a:t>    • Instant prediction results</a:t>
            </a:r>
          </a:p>
          <a:p>
            <a:r>
              <a:t>    </a:t>
            </a:r>
          </a:p>
          <a:p>
            <a:r>
              <a:t>    User Interface Components:</a:t>
            </a:r>
          </a:p>
          <a:p>
            <a:r>
              <a:t>    • Sidebar with feature input controls</a:t>
            </a:r>
          </a:p>
          <a:p>
            <a:r>
              <a:t>    • Spotify branding and imagery</a:t>
            </a:r>
          </a:p>
          <a:p>
            <a:r>
              <a:t>    • Clear feature descriptions and ranges</a:t>
            </a:r>
          </a:p>
          <a:p>
            <a:r>
              <a:t>    • Link to Spotify API documentation</a:t>
            </a:r>
          </a:p>
          <a:p>
            <a:r>
              <a:t>    </a:t>
            </a:r>
          </a:p>
          <a:p>
            <a:r>
              <a:t>    Technical Implementation:</a:t>
            </a:r>
          </a:p>
          <a:p>
            <a:r>
              <a:t>    • Cached model loading for performance</a:t>
            </a:r>
          </a:p>
          <a:p>
            <a:r>
              <a:t>    • Error handling for unknown inputs</a:t>
            </a:r>
          </a:p>
          <a:p>
            <a:r>
              <a:t>    • Preprocessing pipeline integration</a:t>
            </a:r>
          </a:p>
          <a:p>
            <a:r>
              <a:t>    • Responsive design for various devices</a:t>
            </a:r>
          </a:p>
          <a:p>
            <a:r>
              <a:t>    </a:t>
            </a:r>
          </a:p>
          <a:p>
            <a:r>
              <a:t>    Deployment Ready:</a:t>
            </a:r>
          </a:p>
          <a:p>
            <a:r>
              <a:t>    • Pickled models and encoders</a:t>
            </a:r>
          </a:p>
          <a:p>
            <a:r>
              <a:t>    • Modular code structure</a:t>
            </a:r>
          </a:p>
          <a:p>
            <a:r>
              <a:t>    • Easy scalability and updates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Technical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Data Processing Pipeline:</a:t>
            </a:r>
          </a:p>
          <a:p>
            <a:r>
              <a:t>    • Automated feature encoding and scaling</a:t>
            </a:r>
          </a:p>
          <a:p>
            <a:r>
              <a:t>    • Robust missing data handling</a:t>
            </a:r>
          </a:p>
          <a:p>
            <a:r>
              <a:t>    • Efficient categorical variable processing</a:t>
            </a:r>
          </a:p>
          <a:p>
            <a:r>
              <a:t>    </a:t>
            </a:r>
          </a:p>
          <a:p>
            <a:r>
              <a:t>    Model Flexibility:</a:t>
            </a:r>
          </a:p>
          <a:p>
            <a:r>
              <a:t>    • Multiple algorithm support (RF, Linear Regression)</a:t>
            </a:r>
          </a:p>
          <a:p>
            <a:r>
              <a:t>    • Easy model swapping and comparison</a:t>
            </a:r>
          </a:p>
          <a:p>
            <a:r>
              <a:t>    • Extensible to other ML algorithms</a:t>
            </a:r>
          </a:p>
          <a:p>
            <a:r>
              <a:t>    </a:t>
            </a:r>
          </a:p>
          <a:p>
            <a:r>
              <a:t>    Production Features:</a:t>
            </a:r>
          </a:p>
          <a:p>
            <a:r>
              <a:t>    • Serialized model persistence (joblib)</a:t>
            </a:r>
          </a:p>
          <a:p>
            <a:r>
              <a:t>    • Separate preprocessing and prediction pipelines</a:t>
            </a:r>
          </a:p>
          <a:p>
            <a:r>
              <a:t>    • Memory-efficient batch processing</a:t>
            </a:r>
          </a:p>
          <a:p>
            <a:r>
              <a:t>    </a:t>
            </a:r>
          </a:p>
          <a:p>
            <a:r>
              <a:t>    User Experience:</a:t>
            </a:r>
          </a:p>
          <a:p>
            <a:r>
              <a:t>    • Intuitive parameter adjustment</a:t>
            </a:r>
          </a:p>
          <a:p>
            <a:r>
              <a:t>    • Real-time feedback and predictions</a:t>
            </a:r>
          </a:p>
          <a:p>
            <a:r>
              <a:t>    • Educational audio feature explanations</a:t>
            </a:r>
          </a:p>
          <a:p>
            <a:r>
              <a:t>    • Professional Spotify-themed interface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Libraries &amp; Dependencies:</a:t>
            </a:r>
          </a:p>
          <a:p>
            <a:r>
              <a:t>    • Scikit-learn: ML algorithms and preprocessing</a:t>
            </a:r>
          </a:p>
          <a:p>
            <a:r>
              <a:t>    • Pandas: Data manipulation and analysis</a:t>
            </a:r>
          </a:p>
          <a:p>
            <a:r>
              <a:t>    • NumPy: Numerical computations</a:t>
            </a:r>
          </a:p>
          <a:p>
            <a:r>
              <a:t>    • Streamlit: Web application framework</a:t>
            </a:r>
          </a:p>
          <a:p>
            <a:r>
              <a:t>    • Joblib: Model serialization and persistence</a:t>
            </a:r>
          </a:p>
          <a:p>
            <a:r>
              <a:t>    </a:t>
            </a:r>
          </a:p>
          <a:p>
            <a:r>
              <a:t>    Code Structure:</a:t>
            </a:r>
          </a:p>
          <a:p>
            <a:r>
              <a:t>    • train_and_save_model.py: Model training pipeline</a:t>
            </a:r>
          </a:p>
          <a:p>
            <a:r>
              <a:t>    • index.py: Streamlit web application</a:t>
            </a:r>
          </a:p>
          <a:p>
            <a:r>
              <a:t>    • spotify_popularity_regression.py: Analysis script</a:t>
            </a:r>
          </a:p>
          <a:p>
            <a:r>
              <a:t>    • Modular design for maintainability</a:t>
            </a:r>
          </a:p>
          <a:p>
            <a:r>
              <a:t>    </a:t>
            </a:r>
          </a:p>
          <a:p>
            <a:r>
              <a:t>    Data Flow:</a:t>
            </a:r>
          </a:p>
          <a:p>
            <a:r>
              <a:t>    1. CSV data loading and preprocessing</a:t>
            </a:r>
          </a:p>
          <a:p>
            <a:r>
              <a:t>    2. Feature encoding and scaling</a:t>
            </a:r>
          </a:p>
          <a:p>
            <a:r>
              <a:t>    3. Model training and validation</a:t>
            </a:r>
          </a:p>
          <a:p>
            <a:r>
              <a:t>    4. Model persistence and deployment</a:t>
            </a:r>
          </a:p>
          <a:p>
            <a:r>
              <a:t>    5. Real-time prediction via web interface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Results &amp; Future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Achievements:</a:t>
            </a:r>
          </a:p>
          <a:p>
            <a:r>
              <a:t>    • Successfully predicts song popularity using audio features</a:t>
            </a:r>
          </a:p>
          <a:p>
            <a:r>
              <a:t>    • End-to-end ML pipeline from data to deployment</a:t>
            </a:r>
          </a:p>
          <a:p>
            <a:r>
              <a:t>    • User-friendly web interface for real-time predictions</a:t>
            </a:r>
          </a:p>
          <a:p>
            <a:r>
              <a:t>    • Comprehensive feature analysis and visualization</a:t>
            </a:r>
          </a:p>
          <a:p>
            <a:r>
              <a:t>    </a:t>
            </a:r>
          </a:p>
          <a:p>
            <a:r>
              <a:t>    Potential Applications:</a:t>
            </a:r>
          </a:p>
          <a:p>
            <a:r>
              <a:t>    • Music recommendation systems</a:t>
            </a:r>
          </a:p>
          <a:p>
            <a:r>
              <a:t>    • Artist and label decision support</a:t>
            </a:r>
          </a:p>
          <a:p>
            <a:r>
              <a:t>    • A&amp;R (Artists &amp; Repertoire) tools</a:t>
            </a:r>
          </a:p>
          <a:p>
            <a:r>
              <a:t>    • Music production guidance</a:t>
            </a:r>
          </a:p>
          <a:p>
            <a:r>
              <a:t>    • Playlist optimization algorithms</a:t>
            </a:r>
          </a:p>
          <a:p>
            <a:r>
              <a:t>    </a:t>
            </a:r>
          </a:p>
          <a:p>
            <a:r>
              <a:t>    Future Enhancements:</a:t>
            </a:r>
          </a:p>
          <a:p>
            <a:r>
              <a:t>    • Deep learning model integration</a:t>
            </a:r>
          </a:p>
          <a:p>
            <a:r>
              <a:t>    • Real-time Spotify API integration</a:t>
            </a:r>
          </a:p>
          <a:p>
            <a:r>
              <a:t>    • Multi-platform deployment (mobile, web)</a:t>
            </a:r>
          </a:p>
          <a:p>
            <a:r>
              <a:t>    • Advanced visualization and analytics</a:t>
            </a:r>
          </a:p>
          <a:p>
            <a:r>
              <a:t>    • Collaborative filtering features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>
                <a:solidFill>
                  <a:srgbClr val="1ED760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    Questions &amp; Discussion</a:t>
            </a:r>
          </a:p>
          <a:p>
            <a:r>
              <a:t>    </a:t>
            </a:r>
          </a:p>
          <a:p>
            <a:r>
              <a:t>    Spotify Track Popularity Prediction Model</a:t>
            </a:r>
          </a:p>
          <a:p>
            <a:r>
              <a:t>    Machine Learning Project - IIT Delhi</a:t>
            </a:r>
          </a:p>
          <a:p>
            <a:r>
              <a:t>    </a:t>
            </a:r>
          </a:p>
          <a:p>
            <a:r>
              <a:t>    Complete implementation available with:</a:t>
            </a:r>
          </a:p>
          <a:p>
            <a:r>
              <a:t>    • Trained models and preprocessing pipelines</a:t>
            </a:r>
          </a:p>
          <a:p>
            <a:r>
              <a:t>    • Interactive web application</a:t>
            </a:r>
          </a:p>
          <a:p>
            <a:r>
              <a:t>    • Comprehensive documentation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