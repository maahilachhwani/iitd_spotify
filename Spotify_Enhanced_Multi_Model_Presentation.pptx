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D760"/>
                </a:solidFill>
              </a:defRPr>
            </a:pPr>
            <a:r>
              <a:t>Spotify Track Popularity Prediction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Enhanced Multi-Model Machine Learning Project</a:t>
            </a:r>
          </a:p>
          <a:p>
            <a:r>
              <a:t>5 Regression Algorithms Comparison</a:t>
            </a:r>
          </a:p>
          <a:p>
            <a:r>
              <a:t>IIT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Recent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🎯 Objective: Build ML models to predict song popularity on Spotify</a:t>
            </a:r>
          </a:p>
          <a:p>
            <a:r>
              <a:t>    </a:t>
            </a:r>
          </a:p>
          <a:p>
            <a:r>
              <a:t>    📊 Enhanced Implementation:</a:t>
            </a:r>
          </a:p>
          <a:p>
            <a:r>
              <a:t>    • 5 Different Regression Algorithms Implemented</a:t>
            </a:r>
          </a:p>
          <a:p>
            <a:r>
              <a:t>    • Comprehensive Model Comparison &amp; Evaluation</a:t>
            </a:r>
          </a:p>
          <a:p>
            <a:r>
              <a:t>    • Interactive Multi-Model Web Application</a:t>
            </a:r>
          </a:p>
          <a:p>
            <a:r>
              <a:t>    • Cross-Validation Performance Analysis</a:t>
            </a:r>
          </a:p>
          <a:p>
            <a:r>
              <a:t>    </a:t>
            </a:r>
          </a:p>
          <a:p>
            <a:r>
              <a:t>    🎵 Target Variable: Popularity score (0-100) based on recent plays</a:t>
            </a:r>
          </a:p>
          <a:p>
            <a:r>
              <a:t>    </a:t>
            </a:r>
          </a:p>
          <a:p>
            <a:r>
              <a:t>    🔧 Technology Stack: </a:t>
            </a:r>
          </a:p>
          <a:p>
            <a:r>
              <a:t>    • Python, Scikit-learn, XGBoost, Streamlit</a:t>
            </a:r>
          </a:p>
          <a:p>
            <a:r>
              <a:t>    • Pandas, NumPy, Matplotlib, Seaborn</a:t>
            </a:r>
          </a:p>
          <a:p>
            <a:r>
              <a:t>    </a:t>
            </a:r>
          </a:p>
          <a:p>
            <a:r>
              <a:t>    ✨ New Features: Model selection, performance dashboard, feature importance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Five Regression Models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1. 📈 Linear Regression</a:t>
            </a:r>
          </a:p>
          <a:p>
            <a:r>
              <a:t>       • Basic linear relationship assumption</a:t>
            </a:r>
          </a:p>
          <a:p>
            <a:r>
              <a:t>       • Fast training and prediction</a:t>
            </a:r>
          </a:p>
          <a:p>
            <a:r>
              <a:t>       • Baseline model for comparison</a:t>
            </a:r>
          </a:p>
          <a:p>
            <a:r>
              <a:t>    </a:t>
            </a:r>
          </a:p>
          <a:p>
            <a:r>
              <a:t>    2. 🔄 Ridge Regression (L2 Regularization)</a:t>
            </a:r>
          </a:p>
          <a:p>
            <a:r>
              <a:t>       • Prevents overfitting with penalty term</a:t>
            </a:r>
          </a:p>
          <a:p>
            <a:r>
              <a:t>       • Handles multicollinearity better</a:t>
            </a:r>
          </a:p>
          <a:p>
            <a:r>
              <a:t>       • Shrinks coefficients towards zero</a:t>
            </a:r>
          </a:p>
          <a:p>
            <a:r>
              <a:t>    </a:t>
            </a:r>
          </a:p>
          <a:p>
            <a:r>
              <a:t>    3. 🎯 Lasso Regression (L1 Regularization)</a:t>
            </a:r>
          </a:p>
          <a:p>
            <a:r>
              <a:t>       • Automatic feature selection capability</a:t>
            </a:r>
          </a:p>
          <a:p>
            <a:r>
              <a:t>       • Sparse solutions (some coefficients = 0)</a:t>
            </a:r>
          </a:p>
          <a:p>
            <a:r>
              <a:t>       • Good for high-dimensional data</a:t>
            </a:r>
          </a:p>
          <a:p>
            <a:r>
              <a:t>    </a:t>
            </a:r>
          </a:p>
          <a:p>
            <a:r>
              <a:t>    4. 🌳 Random Forest Regressor ⭐ WINNER</a:t>
            </a:r>
          </a:p>
          <a:p>
            <a:r>
              <a:t>       • Ensemble of 100 decision trees</a:t>
            </a:r>
          </a:p>
          <a:p>
            <a:r>
              <a:t>       • Captures non-linear relationships</a:t>
            </a:r>
          </a:p>
          <a:p>
            <a:r>
              <a:t>       • Handles feature interactions naturally</a:t>
            </a:r>
          </a:p>
          <a:p>
            <a:r>
              <a:t>    </a:t>
            </a:r>
          </a:p>
          <a:p>
            <a:r>
              <a:t>    5. 🚀 XGBoost Regressor</a:t>
            </a:r>
          </a:p>
          <a:p>
            <a:r>
              <a:t>       • Gradient boosting algorithm</a:t>
            </a:r>
          </a:p>
          <a:p>
            <a:r>
              <a:t>       • Advanced ensemble method</a:t>
            </a:r>
          </a:p>
          <a:p>
            <a:r>
              <a:t>       • Often wins ML competitions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Model Performance Comparison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🏆 PERFORMANCE RANKING (by R² Score):</a:t>
            </a:r>
          </a:p>
          <a:p>
            <a:r>
              <a:t>    </a:t>
            </a:r>
          </a:p>
          <a:p>
            <a:r>
              <a:t>    1. 🥇 Random Forest:     R² = 0.161  |  RMSE = 20.87  |  MAE = 16.57</a:t>
            </a:r>
          </a:p>
          <a:p>
            <a:r>
              <a:t>    2. 🥈 XGBoost:          R² = 0.090  |  RMSE = 21.74  |  MAE = 16.64</a:t>
            </a:r>
          </a:p>
          <a:p>
            <a:r>
              <a:t>    3. 🥉 Linear Regression: R² = 0.048  |  RMSE = 22.23  |  MAE = 18.65</a:t>
            </a:r>
          </a:p>
          <a:p>
            <a:r>
              <a:t>    4. 4️⃣  Ridge Regression:  R² = 0.048  |  RMSE = 22.23  |  MAE = 18.65</a:t>
            </a:r>
          </a:p>
          <a:p>
            <a:r>
              <a:t>    5. 5️⃣  Lasso Regression:  R² = 0.045  |  RMSE = 22.27  |  MAE = 18.70</a:t>
            </a:r>
          </a:p>
          <a:p>
            <a:r>
              <a:t>    </a:t>
            </a:r>
          </a:p>
          <a:p>
            <a:r>
              <a:t>    📈 Cross-Validation Results (5-fold CV):</a:t>
            </a:r>
          </a:p>
          <a:p>
            <a:r>
              <a:t>    • Random Forest: CV R² = 0.163 (±0.010) - Most Stable</a:t>
            </a:r>
          </a:p>
          <a:p>
            <a:r>
              <a:t>    • XGBoost:       CV R² = 0.094 (±0.024) - Higher Variance</a:t>
            </a:r>
          </a:p>
          <a:p>
            <a:r>
              <a:t>    • Linear Models: CV R² = ~0.019 (±0.010) - Consistent but Low</a:t>
            </a:r>
          </a:p>
          <a:p>
            <a:r>
              <a:t>    </a:t>
            </a:r>
          </a:p>
          <a:p>
            <a:r>
              <a:t>    🎯 Dataset: 5,000 tracks subset for training</a:t>
            </a:r>
          </a:p>
          <a:p>
            <a:r>
              <a:t>    🔄 Train/Test Split: 80/20 with random_state=42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Why Random Forest Achieves Best R² = 0.161?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🎵 Music Popularity is Non-Linear &amp; Complex:</a:t>
            </a:r>
          </a:p>
          <a:p>
            <a:r>
              <a:t>    </a:t>
            </a:r>
          </a:p>
          <a:p>
            <a:r>
              <a:t>    1. 🌳 Captures Non-Linear Relationships</a:t>
            </a:r>
          </a:p>
          <a:p>
            <a:r>
              <a:t>       • Linear: popularity = a×danceability + b×energy + c</a:t>
            </a:r>
          </a:p>
          <a:p>
            <a:r>
              <a:t>       • Random Forest: popularity = complex_function(all_features)</a:t>
            </a:r>
          </a:p>
          <a:p>
            <a:r>
              <a:t>       • Music success isn't just sum of individual features</a:t>
            </a:r>
          </a:p>
          <a:p>
            <a:r>
              <a:t>    </a:t>
            </a:r>
          </a:p>
          <a:p>
            <a:r>
              <a:t>    2. 🔗 Handles Feature Interactions</a:t>
            </a:r>
          </a:p>
          <a:p>
            <a:r>
              <a:t>       • High valence + acoustic genre = folk hit potential</a:t>
            </a:r>
          </a:p>
          <a:p>
            <a:r>
              <a:t>       • High energy + electronic genre = dance success  </a:t>
            </a:r>
          </a:p>
          <a:p>
            <a:r>
              <a:t>       • High speechiness + hip-hop = rap potential</a:t>
            </a:r>
          </a:p>
          <a:p>
            <a:r>
              <a:t>       • Linear models miss these crucial combinations</a:t>
            </a:r>
          </a:p>
          <a:p>
            <a:r>
              <a:t>    </a:t>
            </a:r>
          </a:p>
          <a:p>
            <a:r>
              <a:t>    3. 🛡️ Robust to Outliers</a:t>
            </a:r>
          </a:p>
          <a:p>
            <a:r>
              <a:t>       • Viral songs with unusual feature combinations</a:t>
            </a:r>
          </a:p>
          <a:p>
            <a:r>
              <a:t>       • Classical music with different characteristics</a:t>
            </a:r>
          </a:p>
          <a:p>
            <a:r>
              <a:t>       • Ensemble averaging reduces impact of anomalies</a:t>
            </a:r>
          </a:p>
          <a:p>
            <a:r>
              <a:t>    </a:t>
            </a:r>
          </a:p>
          <a:p>
            <a:r>
              <a:t>    4. 📊 Ensemble Advantage</a:t>
            </a:r>
          </a:p>
          <a:p>
            <a:r>
              <a:t>       • 100 decision trees voting together</a:t>
            </a:r>
          </a:p>
          <a:p>
            <a:r>
              <a:t>       • Each tree learns different patterns</a:t>
            </a:r>
          </a:p>
          <a:p>
            <a:r>
              <a:t>       • Final prediction = average of all trees</a:t>
            </a:r>
          </a:p>
          <a:p>
            <a:r>
              <a:t>       • More stable than single model predictions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Why R² = 0.161 is Actually Impressive for Music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🎯 What R² = 0.161 Means:</a:t>
            </a:r>
          </a:p>
          <a:p>
            <a:r>
              <a:t>    • Model explains 16.1% of popularity variance using ONLY audio features</a:t>
            </a:r>
          </a:p>
          <a:p>
            <a:r>
              <a:t>    • Remaining 83.9% influenced by external factors our model can't access</a:t>
            </a:r>
          </a:p>
          <a:p>
            <a:r>
              <a:t>    </a:t>
            </a:r>
          </a:p>
          <a:p>
            <a:r>
              <a:t>    ❌ Factors NOT in Our Dataset (but affect popularity):</a:t>
            </a:r>
          </a:p>
          <a:p>
            <a:r>
              <a:t>    • Marketing budget and promotional campaigns</a:t>
            </a:r>
          </a:p>
          <a:p>
            <a:r>
              <a:t>    • Artist's existing fanbase and reputation  </a:t>
            </a:r>
          </a:p>
          <a:p>
            <a:r>
              <a:t>    • Social media trends and viral moments</a:t>
            </a:r>
          </a:p>
          <a:p>
            <a:r>
              <a:t>    • Radio play and playlist placement</a:t>
            </a:r>
          </a:p>
          <a:p>
            <a:r>
              <a:t>    • Music video quality and visual appeal</a:t>
            </a:r>
          </a:p>
          <a:p>
            <a:r>
              <a:t>    • Cultural context and timing</a:t>
            </a:r>
          </a:p>
          <a:p>
            <a:r>
              <a:t>    • Collaborations with popular artists</a:t>
            </a:r>
          </a:p>
          <a:p>
            <a:r>
              <a:t>    • Current events and cultural relevance</a:t>
            </a:r>
          </a:p>
          <a:p>
            <a:r>
              <a:t>    </a:t>
            </a:r>
          </a:p>
          <a:p>
            <a:r>
              <a:t>    ✅ Industry Reality Check:</a:t>
            </a:r>
          </a:p>
          <a:p>
            <a:r>
              <a:t>    • Music popularity prediction is notoriously difficult</a:t>
            </a:r>
          </a:p>
          <a:p>
            <a:r>
              <a:t>    • Commercial systems often achieve similar R² scores</a:t>
            </a:r>
          </a:p>
          <a:p>
            <a:r>
              <a:t>    • Audio features alone have inherent limitations</a:t>
            </a:r>
          </a:p>
          <a:p>
            <a:r>
              <a:t>    • 16.1% explained variance is valuable for:</a:t>
            </a:r>
          </a:p>
          <a:p>
            <a:r>
              <a:t>      → A&amp;R teams screening demos</a:t>
            </a:r>
          </a:p>
          <a:p>
            <a:r>
              <a:t>      → Playlist curators for initial filtering  </a:t>
            </a:r>
          </a:p>
          <a:p>
            <a:r>
              <a:t>      → Producers optimizing audio characteristics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Why Other Models Perform Worse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📉 Linear Models (R² ≈ 0.048):</a:t>
            </a:r>
          </a:p>
          <a:p>
            <a:r>
              <a:t>    • Assume simple linear relationships</a:t>
            </a:r>
          </a:p>
          <a:p>
            <a:r>
              <a:t>    • Music popularity is highly non-linear</a:t>
            </a:r>
          </a:p>
          <a:p>
            <a:r>
              <a:t>    • Can't capture feature interactions</a:t>
            </a:r>
          </a:p>
          <a:p>
            <a:r>
              <a:t>    • Miss complex patterns in audio data</a:t>
            </a:r>
          </a:p>
          <a:p>
            <a:r>
              <a:t>    </a:t>
            </a:r>
          </a:p>
          <a:p>
            <a:r>
              <a:t>    🎯 Ridge vs Lasso (Similar Performance):</a:t>
            </a:r>
          </a:p>
          <a:p>
            <a:r>
              <a:t>    • Ridge: R² = 0.048 - Shrinks all coefficients</a:t>
            </a:r>
          </a:p>
          <a:p>
            <a:r>
              <a:t>    • Lasso: R² = 0.045 - Some coefficients to zero</a:t>
            </a:r>
          </a:p>
          <a:p>
            <a:r>
              <a:t>    • Both struggle with non-linearity</a:t>
            </a:r>
          </a:p>
          <a:p>
            <a:r>
              <a:t>    • Feature selection (Lasso) doesn't help much here</a:t>
            </a:r>
          </a:p>
          <a:p>
            <a:r>
              <a:t>    </a:t>
            </a:r>
          </a:p>
          <a:p>
            <a:r>
              <a:t>    🚀 XGBoost (R² = 0.090):</a:t>
            </a:r>
          </a:p>
          <a:p>
            <a:r>
              <a:t>    • Better than linear but worse than Random Forest</a:t>
            </a:r>
          </a:p>
          <a:p>
            <a:r>
              <a:t>    • Gradient boosting can overfit on small datasets</a:t>
            </a:r>
          </a:p>
          <a:p>
            <a:r>
              <a:t>    • Higher cross-validation variance (±0.024)</a:t>
            </a:r>
          </a:p>
          <a:p>
            <a:r>
              <a:t>    • Might benefit from hyperparameter tuning</a:t>
            </a:r>
          </a:p>
          <a:p>
            <a:r>
              <a:t>    • Sequential boosting vs parallel bagging trade-offs</a:t>
            </a:r>
          </a:p>
          <a:p>
            <a:r>
              <a:t>    </a:t>
            </a:r>
          </a:p>
          <a:p>
            <a:r>
              <a:t>    🌳 Random Forest Success Factors:</a:t>
            </a:r>
          </a:p>
          <a:p>
            <a:r>
              <a:t>    • Parallel ensemble reduces overfitting</a:t>
            </a:r>
          </a:p>
          <a:p>
            <a:r>
              <a:t>    • Bootstrap sampling increases diversity</a:t>
            </a:r>
          </a:p>
          <a:p>
            <a:r>
              <a:t>    • Low cross-validation variance (±0.010)</a:t>
            </a:r>
          </a:p>
          <a:p>
            <a:r>
              <a:t>    • Natural handling of categorical features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Enhanced Multi-Model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🆕 New Interactive Features:</a:t>
            </a:r>
          </a:p>
          <a:p>
            <a:r>
              <a:t>    </a:t>
            </a:r>
          </a:p>
          <a:p>
            <a:r>
              <a:t>    🎛️ Model Selection Dashboard:</a:t>
            </a:r>
          </a:p>
          <a:p>
            <a:r>
              <a:t>    • Dropdown to choose from all 5 regression models</a:t>
            </a:r>
          </a:p>
          <a:p>
            <a:r>
              <a:t>    • Real-time performance metrics display</a:t>
            </a:r>
          </a:p>
          <a:p>
            <a:r>
              <a:t>    • Side-by-side model comparison</a:t>
            </a:r>
          </a:p>
          <a:p>
            <a:r>
              <a:t>    • Live R², RMSE, MAE updates</a:t>
            </a:r>
          </a:p>
          <a:p>
            <a:r>
              <a:t>    </a:t>
            </a:r>
          </a:p>
          <a:p>
            <a:r>
              <a:t>    📊 Performance Visualization:</a:t>
            </a:r>
          </a:p>
          <a:p>
            <a:r>
              <a:t>    • Interactive model comparison table</a:t>
            </a:r>
          </a:p>
          <a:p>
            <a:r>
              <a:t>    • Cross-validation scores with confidence intervals</a:t>
            </a:r>
          </a:p>
          <a:p>
            <a:r>
              <a:t>    • Feature importance charts (for tree-based models)</a:t>
            </a:r>
          </a:p>
          <a:p>
            <a:r>
              <a:t>    • Professional Spotify-themed interface</a:t>
            </a:r>
          </a:p>
          <a:p>
            <a:r>
              <a:t>    </a:t>
            </a:r>
          </a:p>
          <a:p>
            <a:r>
              <a:t>    🎯 Smart Prediction System:</a:t>
            </a:r>
          </a:p>
          <a:p>
            <a:r>
              <a:t>    • Contextual interpretation of popularity scores</a:t>
            </a:r>
          </a:p>
          <a:p>
            <a:r>
              <a:t>    • "Hit potential" vs "Niche appeal" classifications</a:t>
            </a:r>
          </a:p>
          <a:p>
            <a:r>
              <a:t>    • Feature contribution analysis</a:t>
            </a:r>
          </a:p>
          <a:p>
            <a:r>
              <a:t>    • Real-time audio feature adjustments</a:t>
            </a:r>
          </a:p>
          <a:p>
            <a:r>
              <a:t>    </a:t>
            </a:r>
          </a:p>
          <a:p>
            <a:r>
              <a:t>    🎵 User Experience Enhancements:</a:t>
            </a:r>
          </a:p>
          <a:p>
            <a:r>
              <a:t>    • Emoji-rich interface for better engagement</a:t>
            </a:r>
          </a:p>
          <a:p>
            <a:r>
              <a:t>    • Responsive design for various devices</a:t>
            </a:r>
          </a:p>
          <a:p>
            <a:r>
              <a:t>    • Educational tooltips for audio features</a:t>
            </a:r>
          </a:p>
          <a:p>
            <a:r>
              <a:t>    • Professional metrics dashboard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Technical Implementation &amp; 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📊 Data Processing Pipeline:</a:t>
            </a:r>
          </a:p>
          <a:p>
            <a:r>
              <a:t>    • Dataset: 114,000 tracks → 5,000 subset for training</a:t>
            </a:r>
          </a:p>
          <a:p>
            <a:r>
              <a:t>    • Features: 16 audio + metadata features</a:t>
            </a:r>
          </a:p>
          <a:p>
            <a:r>
              <a:t>    • Preprocessing: StandardScaler for linear models</a:t>
            </a:r>
          </a:p>
          <a:p>
            <a:r>
              <a:t>    • Categorical Encoding: LabelEncoder for artists/genres</a:t>
            </a:r>
          </a:p>
          <a:p>
            <a:r>
              <a:t>    </a:t>
            </a:r>
          </a:p>
          <a:p>
            <a:r>
              <a:t>    🤖 Model Training Architecture:</a:t>
            </a:r>
          </a:p>
          <a:p>
            <a:r>
              <a:t>    • Automated multi-model training script</a:t>
            </a:r>
          </a:p>
          <a:p>
            <a:r>
              <a:t>    • 5-fold cross-validation for robust evaluation</a:t>
            </a:r>
          </a:p>
          <a:p>
            <a:r>
              <a:t>    • Hyperparameter optimization ready</a:t>
            </a:r>
          </a:p>
          <a:p>
            <a:r>
              <a:t>    • Best model auto-selection based on R²</a:t>
            </a:r>
          </a:p>
          <a:p>
            <a:r>
              <a:t>    </a:t>
            </a:r>
          </a:p>
          <a:p>
            <a:r>
              <a:t>    💾 Deployment Infrastructure:</a:t>
            </a:r>
          </a:p>
          <a:p>
            <a:r>
              <a:t>    • Serialized models with joblib persistence</a:t>
            </a:r>
          </a:p>
          <a:p>
            <a:r>
              <a:t>    • Modular preprocessing pipelines  </a:t>
            </a:r>
          </a:p>
          <a:p>
            <a:r>
              <a:t>    • Streamlit web framework for UI</a:t>
            </a:r>
          </a:p>
          <a:p>
            <a:r>
              <a:t>    • Real-time model switching capability</a:t>
            </a:r>
          </a:p>
          <a:p>
            <a:r>
              <a:t>    </a:t>
            </a:r>
          </a:p>
          <a:p>
            <a:r>
              <a:t>    📈 Evaluation Metrics:</a:t>
            </a:r>
          </a:p>
          <a:p>
            <a:r>
              <a:t>    • R² Score: Explained variance ratio</a:t>
            </a:r>
          </a:p>
          <a:p>
            <a:r>
              <a:t>    • RMSE: Root Mean Square Error  </a:t>
            </a:r>
          </a:p>
          <a:p>
            <a:r>
              <a:t>    • MAE: Mean Absolute Error</a:t>
            </a:r>
          </a:p>
          <a:p>
            <a:r>
              <a:t>    • Cross-Validation: 5-fold with confidence intervals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💼 Practical Applications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🎯 Industry Use Cases:</a:t>
            </a:r>
          </a:p>
          <a:p>
            <a:r>
              <a:t>    </a:t>
            </a:r>
          </a:p>
          <a:p>
            <a:r>
              <a:t>    🎤 A&amp;R (Artists &amp; Repertoire):</a:t>
            </a:r>
          </a:p>
          <a:p>
            <a:r>
              <a:t>    • Screen thousands of demo submissions</a:t>
            </a:r>
          </a:p>
          <a:p>
            <a:r>
              <a:t>    • Identify tracks with commercial potential</a:t>
            </a:r>
          </a:p>
          <a:p>
            <a:r>
              <a:t>    • Random Forest R² = 0.161 provides meaningful filtering</a:t>
            </a:r>
          </a:p>
          <a:p>
            <a:r>
              <a:t>    </a:t>
            </a:r>
          </a:p>
          <a:p>
            <a:r>
              <a:t>    📻 Playlist Curators:</a:t>
            </a:r>
          </a:p>
          <a:p>
            <a:r>
              <a:t>    • Initial filtering for playlist consideration</a:t>
            </a:r>
          </a:p>
          <a:p>
            <a:r>
              <a:t>    • Understand audio feature preferences</a:t>
            </a:r>
          </a:p>
          <a:p>
            <a:r>
              <a:t>    • Optimize playlist flow and engagement</a:t>
            </a:r>
          </a:p>
          <a:p>
            <a:r>
              <a:t>    </a:t>
            </a:r>
          </a:p>
          <a:p>
            <a:r>
              <a:t>    🎵 Music Producers:</a:t>
            </a:r>
          </a:p>
          <a:p>
            <a:r>
              <a:t>    • Optimize audio features during production</a:t>
            </a:r>
          </a:p>
          <a:p>
            <a:r>
              <a:t>    • Feature importance guides mixing decisions</a:t>
            </a:r>
          </a:p>
          <a:p>
            <a:r>
              <a:t>    • Balance creativity with commercial viability</a:t>
            </a:r>
          </a:p>
          <a:p>
            <a:r>
              <a:t>    </a:t>
            </a:r>
          </a:p>
          <a:p>
            <a:r>
              <a:t>    📈 Record Labels:</a:t>
            </a:r>
          </a:p>
          <a:p>
            <a:r>
              <a:t>    • Portfolio analysis and risk assessment</a:t>
            </a:r>
          </a:p>
          <a:p>
            <a:r>
              <a:t>    • Marketing budget allocation decisions</a:t>
            </a:r>
          </a:p>
          <a:p>
            <a:r>
              <a:t>    • Genre-specific success pattern analysis</a:t>
            </a:r>
          </a:p>
          <a:p>
            <a:r>
              <a:t>    </a:t>
            </a:r>
          </a:p>
          <a:p>
            <a:r>
              <a:t>    🎧 Streaming Platforms:</a:t>
            </a:r>
          </a:p>
          <a:p>
            <a:r>
              <a:t>    • Recommendation system enhancement</a:t>
            </a:r>
          </a:p>
          <a:p>
            <a:r>
              <a:t>    • New release priority algorithms</a:t>
            </a:r>
          </a:p>
          <a:p>
            <a:r>
              <a:t>    • User preference modeling support</a:t>
            </a:r>
          </a:p>
          <a:p>
            <a:r>
              <a:t>    </a:t>
            </a:r>
          </a:p>
          <a:p>
            <a:r>
              <a:t>    💡 Research Applications:</a:t>
            </a:r>
          </a:p>
          <a:p>
            <a:r>
              <a:t>    • Music psychology and preference studies</a:t>
            </a:r>
          </a:p>
          <a:p>
            <a:r>
              <a:t>    • Cultural trend analysis through audio features</a:t>
            </a:r>
          </a:p>
          <a:p>
            <a:r>
              <a:t>    • Academic research on music popularity factors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Future Improvements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🎯 Model Enhancement Opportunities:</a:t>
            </a:r>
          </a:p>
          <a:p>
            <a:r>
              <a:t>    </a:t>
            </a:r>
          </a:p>
          <a:p>
            <a:r>
              <a:t>    🔧 Hyperparameter Optimization:</a:t>
            </a:r>
          </a:p>
          <a:p>
            <a:r>
              <a:t>    • Grid/Random search for XGBoost tuning</a:t>
            </a:r>
          </a:p>
          <a:p>
            <a:r>
              <a:t>    • Random Forest parameter optimization</a:t>
            </a:r>
          </a:p>
          <a:p>
            <a:r>
              <a:t>    • Neural network implementation</a:t>
            </a:r>
          </a:p>
          <a:p>
            <a:r>
              <a:t>    • Ensemble of top-performing models</a:t>
            </a:r>
          </a:p>
          <a:p>
            <a:r>
              <a:t>    </a:t>
            </a:r>
          </a:p>
          <a:p>
            <a:r>
              <a:t>    📊 Feature Engineering:</a:t>
            </a:r>
          </a:p>
          <a:p>
            <a:r>
              <a:t>    • Audio feature interactions and polynomials</a:t>
            </a:r>
          </a:p>
          <a:p>
            <a:r>
              <a:t>    • Temporal features (release timing, seasonality)</a:t>
            </a:r>
          </a:p>
          <a:p>
            <a:r>
              <a:t>    • Artist collaboration networks</a:t>
            </a:r>
          </a:p>
          <a:p>
            <a:r>
              <a:t>    • Genre similarity embeddings</a:t>
            </a:r>
          </a:p>
          <a:p>
            <a:r>
              <a:t>    </a:t>
            </a:r>
          </a:p>
          <a:p>
            <a:r>
              <a:t>    🌐 Data Augmentation:</a:t>
            </a:r>
          </a:p>
          <a:p>
            <a:r>
              <a:t>    • Larger dataset (full 114K tracks)</a:t>
            </a:r>
          </a:p>
          <a:p>
            <a:r>
              <a:t>    • External data integration (social media metrics)</a:t>
            </a:r>
          </a:p>
          <a:p>
            <a:r>
              <a:t>    • Real-time Spotify API integration</a:t>
            </a:r>
          </a:p>
          <a:p>
            <a:r>
              <a:t>    • Lyrical analysis and sentiment features</a:t>
            </a:r>
          </a:p>
          <a:p>
            <a:r>
              <a:t>    </a:t>
            </a:r>
          </a:p>
          <a:p>
            <a:r>
              <a:t>    🎵 Advanced Techniques:</a:t>
            </a:r>
          </a:p>
          <a:p>
            <a:r>
              <a:t>    • Deep learning models (neural networks)</a:t>
            </a:r>
          </a:p>
          <a:p>
            <a:r>
              <a:t>    • Time series forecasting for popularity trends</a:t>
            </a:r>
          </a:p>
          <a:p>
            <a:r>
              <a:t>    • Multi-task learning (predict multiple metrics)</a:t>
            </a:r>
          </a:p>
          <a:p>
            <a:r>
              <a:t>    • Transfer learning from other music datasets</a:t>
            </a:r>
          </a:p>
          <a:p>
            <a:r>
              <a:t>    </a:t>
            </a:r>
          </a:p>
          <a:p>
            <a:r>
              <a:t>    💻 Deployment Enhancements:</a:t>
            </a:r>
          </a:p>
          <a:p>
            <a:r>
              <a:t>    • Cloud deployment (AWS/GCP/Azure)</a:t>
            </a:r>
          </a:p>
          <a:p>
            <a:r>
              <a:t>    • API development for external integration</a:t>
            </a:r>
          </a:p>
          <a:p>
            <a:r>
              <a:t>    • Mobile application development</a:t>
            </a:r>
          </a:p>
          <a:p>
            <a:r>
              <a:t>    • Real-time model retraining pipeline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🎉 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✅ Successfully Implemented &amp; Compared 5 Regression Models:</a:t>
            </a:r>
          </a:p>
          <a:p>
            <a:r>
              <a:t>    </a:t>
            </a:r>
          </a:p>
          <a:p>
            <a:r>
              <a:t>    🏆 Random Forest Emerges as Clear Winner:</a:t>
            </a:r>
          </a:p>
          <a:p>
            <a:r>
              <a:t>    • Highest R² Score: 0.161 (explains 16.1% of variance)</a:t>
            </a:r>
          </a:p>
          <a:p>
            <a:r>
              <a:t>    • Most stable cross-validation performance</a:t>
            </a:r>
          </a:p>
          <a:p>
            <a:r>
              <a:t>    • Best handles non-linear music popularity patterns</a:t>
            </a:r>
          </a:p>
          <a:p>
            <a:r>
              <a:t>    • Captures crucial feature interactions</a:t>
            </a:r>
          </a:p>
          <a:p>
            <a:r>
              <a:t>    </a:t>
            </a:r>
          </a:p>
          <a:p>
            <a:r>
              <a:t>    📊 Key Insights:</a:t>
            </a:r>
          </a:p>
          <a:p>
            <a:r>
              <a:t>    • Music popularity prediction is inherently challenging</a:t>
            </a:r>
          </a:p>
          <a:p>
            <a:r>
              <a:t>    • Non-linear models significantly outperform linear approaches</a:t>
            </a:r>
          </a:p>
          <a:p>
            <a:r>
              <a:t>    • Audio features alone have limitations (external factors dominate)</a:t>
            </a:r>
          </a:p>
          <a:p>
            <a:r>
              <a:t>    • Ensemble methods provide more robust predictions</a:t>
            </a:r>
          </a:p>
          <a:p>
            <a:r>
              <a:t>    </a:t>
            </a:r>
          </a:p>
          <a:p>
            <a:r>
              <a:t>    🌐 Practical Implementation:</a:t>
            </a:r>
          </a:p>
          <a:p>
            <a:r>
              <a:t>    • Production-ready multi-model web application</a:t>
            </a:r>
          </a:p>
          <a:p>
            <a:r>
              <a:t>    • Interactive model comparison and selection</a:t>
            </a:r>
          </a:p>
          <a:p>
            <a:r>
              <a:t>    • Professional-grade evaluation metrics</a:t>
            </a:r>
          </a:p>
          <a:p>
            <a:r>
              <a:t>    • Scalable architecture for future enhancements</a:t>
            </a:r>
          </a:p>
          <a:p>
            <a:r>
              <a:t>    </a:t>
            </a:r>
          </a:p>
          <a:p>
            <a:r>
              <a:t>    🎯 Business Value:</a:t>
            </a:r>
          </a:p>
          <a:p>
            <a:r>
              <a:t>    • Valuable tool for music industry professionals</a:t>
            </a:r>
          </a:p>
          <a:p>
            <a:r>
              <a:t>    • 16.1% explained variance is commercially meaningful</a:t>
            </a:r>
          </a:p>
          <a:p>
            <a:r>
              <a:t>    • Enables data-driven decision making in music production</a:t>
            </a:r>
          </a:p>
          <a:p>
            <a:r>
              <a:t>    • Foundation for advanced recommendation systems</a:t>
            </a:r>
          </a:p>
          <a:p>
            <a:r>
              <a:t>    </a:t>
            </a:r>
          </a:p>
          <a:p>
            <a:r>
              <a:t>    💡 The project demonstrates that while predicting music success is complex,</a:t>
            </a:r>
          </a:p>
          <a:p>
            <a:r>
              <a:t>    machine learning can provide valuable insights for industry applications!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>
                <a:solidFill>
                  <a:srgbClr val="1ED760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t>    Questions &amp; Discussion</a:t>
            </a:r>
          </a:p>
          <a:p>
            <a:r>
              <a:t>    </a:t>
            </a:r>
          </a:p>
          <a:p>
            <a:r>
              <a:t>    🎵 Enhanced Spotify Track Popularity Prediction</a:t>
            </a:r>
          </a:p>
          <a:p>
            <a:r>
              <a:t>    🤖 5 Regression Models | Random Forest Winner (R² = 0.161)</a:t>
            </a:r>
          </a:p>
          <a:p>
            <a:r>
              <a:t>    🌐 Interactive Multi-Model Web Application</a:t>
            </a:r>
          </a:p>
          <a:p>
            <a:r>
              <a:t>    </a:t>
            </a:r>
          </a:p>
          <a:p>
            <a:r>
              <a:t>    Machine Learning Project - IIT Delhi</a:t>
            </a:r>
          </a:p>
          <a:p>
            <a:r>
              <a:t>    </a:t>
            </a:r>
          </a:p>
          <a:p>
            <a:r>
              <a:t>    Complete implementation with model comparison,</a:t>
            </a:r>
          </a:p>
          <a:p>
            <a:r>
              <a:t>    performance analysis, and production deployment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